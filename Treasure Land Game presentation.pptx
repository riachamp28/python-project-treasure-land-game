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DFA7D-670C-4B99-854C-DE98E2CCD25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05C65-E52A-4A42-A1BB-645D4690D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588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05C65-E52A-4A42-A1BB-645D4690D2B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17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2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2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6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51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88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47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6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0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18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881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834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7318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65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2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708E0-CCF2-41D1-A8BD-D3E1257B9CE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E2D1AEF-5565-4D4B-AB81-F0F632ABC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75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achamp28/Python-Project-Treasure-Land-Gam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44D6-74A4-DC34-FE40-2620E40F5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839" y="1294192"/>
            <a:ext cx="7766936" cy="1646302"/>
          </a:xfrm>
        </p:spPr>
        <p:txBody>
          <a:bodyPr/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Treasure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Land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Game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359D7-A355-B97F-08C3-620D45D7F7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Presentation By: Ria Sangwan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DAEB-F80B-E8B3-39F3-39E9386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32386"/>
            <a:ext cx="8596668" cy="75708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C61C-A23A-60D6-F50D-8A5CEC3E2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34" y="1966803"/>
            <a:ext cx="8695266" cy="310172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Treasure Land Game is a text-based adventure game developed using Python.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player progresses by making choices at different stages.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decision affects the game outcome.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Wrong choices lead to game over, correct ones move the player forward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0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5077-E70B-440A-27E5-7A905811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99534"/>
            <a:ext cx="8596668" cy="730865"/>
          </a:xfrm>
        </p:spPr>
        <p:txBody>
          <a:bodyPr/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dirty="0"/>
              <a:t>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6CFA-38AB-11ED-0DB6-38D5B04FA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90"/>
            <a:ext cx="8978295" cy="349787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is struggle to understand conditional logic in Python in beginning.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Need for a simple project to practice: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If-else, User input handling, Logical decision-making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Solution: Create an interactive game using Python conditions and user inputs.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3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24EF-4937-D7A1-68B0-488F9111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248696"/>
            <a:ext cx="2925837" cy="681703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CF295-AEAF-85FA-5AA9-D78EA8BD7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20" y="2278074"/>
            <a:ext cx="4526037" cy="395944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a beginner-friendly Python game.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Implement decision-based game flow.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Improve logical thinking using conditionals statements.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Learn how user input controls program execution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ECF760-96C2-1823-5E9F-6E3CA918F133}"/>
              </a:ext>
            </a:extLst>
          </p:cNvPr>
          <p:cNvSpPr txBox="1">
            <a:spLocks/>
          </p:cNvSpPr>
          <p:nvPr/>
        </p:nvSpPr>
        <p:spPr>
          <a:xfrm>
            <a:off x="3083077" y="1248696"/>
            <a:ext cx="8596668" cy="71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dirty="0"/>
              <a:t> </a:t>
            </a:r>
            <a:r>
              <a:rPr lang="en-US" b="1" dirty="0"/>
              <a:t>Used</a:t>
            </a:r>
            <a:endParaRPr lang="en-I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87690A-642A-AC4F-8B03-95201D81F82C}"/>
              </a:ext>
            </a:extLst>
          </p:cNvPr>
          <p:cNvSpPr txBox="1">
            <a:spLocks/>
          </p:cNvSpPr>
          <p:nvPr/>
        </p:nvSpPr>
        <p:spPr>
          <a:xfrm>
            <a:off x="5009849" y="2278074"/>
            <a:ext cx="5701694" cy="2767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Programming Language: Python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Concepts Used: </a:t>
            </a:r>
          </a:p>
          <a:p>
            <a:pPr marL="0" indent="0">
              <a:buFont typeface="Wingdings 3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Conditional statements(if, elif, else)</a:t>
            </a:r>
          </a:p>
          <a:p>
            <a:pPr marL="0" indent="0">
              <a:buFont typeface="Wingdings 3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User input(input())</a:t>
            </a:r>
          </a:p>
          <a:p>
            <a:pPr marL="0" indent="0">
              <a:buFont typeface="Wingdings 3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String handling</a:t>
            </a:r>
          </a:p>
          <a:p>
            <a:pPr marL="0" indent="0">
              <a:buFont typeface="Wingdings 3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Basic program flow control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20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2285-19E0-149B-B161-0191D935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06" y="422436"/>
            <a:ext cx="2936723" cy="691535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Game Flow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92D7B-79E3-4174-3405-E0BE70F17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963" y="1113972"/>
            <a:ext cx="7726437" cy="304437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Game starts with a welcome message.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Player chooses a direction(Left/Right).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Next choice depends on previous decision.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Correct choices continue the game.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Wrong choices result in Game Over.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Final correct choice leads to Treasure Found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9F583A-172A-E979-5CCF-F1F58FE65877}"/>
              </a:ext>
            </a:extLst>
          </p:cNvPr>
          <p:cNvSpPr txBox="1">
            <a:spLocks/>
          </p:cNvSpPr>
          <p:nvPr/>
        </p:nvSpPr>
        <p:spPr>
          <a:xfrm>
            <a:off x="486835" y="3991896"/>
            <a:ext cx="8596668" cy="81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Game Choices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857F53-667F-76F3-64FC-A4ABF46A1E9E}"/>
              </a:ext>
            </a:extLst>
          </p:cNvPr>
          <p:cNvSpPr txBox="1">
            <a:spLocks/>
          </p:cNvSpPr>
          <p:nvPr/>
        </p:nvSpPr>
        <p:spPr>
          <a:xfrm>
            <a:off x="546706" y="4753896"/>
            <a:ext cx="7258351" cy="2104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Choose a direction: Left or Right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Choose an Action: Swim or Wait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Choose a door: Red, Blue or Yellow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choice changes the game outcome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5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FE42-3E28-B07B-E703-7753DC6D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n-US" dirty="0"/>
              <a:t>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Snippet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46623-7E69-5BAA-FB68-16AA99503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2142" y="1435510"/>
            <a:ext cx="4433229" cy="4178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301312-3B87-6CA1-EEBA-C0D1D0AA3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72" y="1435510"/>
            <a:ext cx="4895828" cy="417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3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F150-0872-066E-190A-5D7EC5AE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87828"/>
            <a:ext cx="8596668" cy="711200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Output Screens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3830-7756-CF3D-E4EB-A1440C130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5675"/>
            <a:ext cx="8596668" cy="4407359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Displays text prompts for user choice.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Shows Game Over when wrong choice is made.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Displays You Win! When treasure is found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73889-3A79-72FD-B759-EEF9307D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66" y="2971800"/>
            <a:ext cx="4468418" cy="1208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6E752-E0AD-48AC-F33B-3B0654E31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2" y="4343716"/>
            <a:ext cx="4829194" cy="10706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52875E-3766-87CC-D5DB-24CBE1FF4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957" y="3242598"/>
            <a:ext cx="4155872" cy="10129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2B4CEB-F6C2-903A-7D2B-5850556B6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2647" y="5477151"/>
            <a:ext cx="5151246" cy="10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2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049F-F820-6B3B-7680-4F1D2A74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77" y="1128261"/>
            <a:ext cx="3470123" cy="52614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Learnings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4B8E-6E85-4D1F-9B60-F306F29A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77568"/>
            <a:ext cx="5331580" cy="38136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Improved understanding of: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Conditional Logic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Nested if-else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 interaction in Python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Learned how small decisions affect program flow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Gained confidence in writing Python Programs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165A0-D429-D2DE-A684-4B40673A7254}"/>
              </a:ext>
            </a:extLst>
          </p:cNvPr>
          <p:cNvSpPr txBox="1"/>
          <p:nvPr/>
        </p:nvSpPr>
        <p:spPr>
          <a:xfrm>
            <a:off x="5138057" y="1143000"/>
            <a:ext cx="4201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Challenges Faced </a:t>
            </a:r>
            <a:endParaRPr lang="en-IN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5872A-C58E-446D-D5A0-00BD334392A5}"/>
              </a:ext>
            </a:extLst>
          </p:cNvPr>
          <p:cNvSpPr txBox="1"/>
          <p:nvPr/>
        </p:nvSpPr>
        <p:spPr>
          <a:xfrm>
            <a:off x="5366658" y="2097757"/>
            <a:ext cx="4201885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Handling multiple conditions correctly.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Avoiding logical errors in nested if-else.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Ensuring smooth game flow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693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E76E-406A-E743-5B90-F4520A94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50374"/>
            <a:ext cx="8596668" cy="780026"/>
          </a:xfrm>
        </p:spPr>
        <p:txBody>
          <a:bodyPr/>
          <a:lstStyle/>
          <a:p>
            <a:r>
              <a:rPr lang="en-US" dirty="0"/>
              <a:t>GitHub Repository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C87B-C79F-82EC-419D-5280C4EE8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1673992"/>
          </a:xfrm>
        </p:spPr>
        <p:txBody>
          <a:bodyPr/>
          <a:lstStyle/>
          <a:p>
            <a:r>
              <a:rPr lang="en-US" dirty="0"/>
              <a:t>Source Code available on GitHub 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Github Repo</a:t>
            </a:r>
            <a:endParaRPr lang="en-US" b="1" dirty="0"/>
          </a:p>
          <a:p>
            <a:r>
              <a:rPr lang="en-US" dirty="0"/>
              <a:t>Clean and beginner-friendly code</a:t>
            </a:r>
          </a:p>
          <a:p>
            <a:r>
              <a:rPr lang="en-US" dirty="0"/>
              <a:t>Easy to understand and modify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23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E219-F39D-25EE-1EAC-C9BD79F7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19200"/>
            <a:ext cx="8596668" cy="71120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17AB-1166-E2E6-FC19-911FB088F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644495"/>
          </a:xfrm>
        </p:spPr>
        <p:txBody>
          <a:bodyPr/>
          <a:lstStyle/>
          <a:p>
            <a:r>
              <a:rPr lang="en-US" dirty="0"/>
              <a:t>Treasure Land Game is a simple yet effective Python project</a:t>
            </a:r>
          </a:p>
          <a:p>
            <a:r>
              <a:rPr lang="en-US" dirty="0"/>
              <a:t>Ideal to understand decision-based logic</a:t>
            </a:r>
          </a:p>
          <a:p>
            <a:r>
              <a:rPr lang="en-US" dirty="0"/>
              <a:t>Good to strengthen Python fundamentals through hands-on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3432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349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Trebuchet MS</vt:lpstr>
      <vt:lpstr>Wingdings 3</vt:lpstr>
      <vt:lpstr>Facet</vt:lpstr>
      <vt:lpstr>Treasure Land Game</vt:lpstr>
      <vt:lpstr>Project Overview</vt:lpstr>
      <vt:lpstr>Problem Statement</vt:lpstr>
      <vt:lpstr>Objectives</vt:lpstr>
      <vt:lpstr>Game Flow</vt:lpstr>
      <vt:lpstr>Code Snippet</vt:lpstr>
      <vt:lpstr>Output Screens</vt:lpstr>
      <vt:lpstr>Key Learnings</vt:lpstr>
      <vt:lpstr>GitHub Repository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Rekha sangwan</dc:creator>
  <cp:lastModifiedBy>Rekha Sangwan</cp:lastModifiedBy>
  <cp:revision>5</cp:revision>
  <dcterms:created xsi:type="dcterms:W3CDTF">2026-01-15T10:23:27Z</dcterms:created>
  <dcterms:modified xsi:type="dcterms:W3CDTF">2026-01-18T08:28:41Z</dcterms:modified>
</cp:coreProperties>
</file>